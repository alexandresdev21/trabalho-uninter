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4.png"/><Relationship Id="rId6" Type="http://schemas.openxmlformats.org/officeDocument/2006/relationships/image" Target="../media/image-8-4.png"/><Relationship Id="rId7" Type="http://schemas.openxmlformats.org/officeDocument/2006/relationships/image" Target="../media/image-8-4.png"/><Relationship Id="rId8" Type="http://schemas.openxmlformats.org/officeDocument/2006/relationships/image" Target="../media/image-8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assets/icon-box-indigo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9418320" y="3931920"/>
            <a:ext cx="3017520" cy="3017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MINI-CPS  ·  GRUPO 4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685800" y="169164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Pedidos</a:t>
            </a:r>
            <a:endParaRPr lang="en-US" sz="5000" dirty="0"/>
          </a:p>
        </p:txBody>
      </p:sp>
      <p:sp>
        <p:nvSpPr>
          <p:cNvPr id="6" name="Text 2"/>
          <p:cNvSpPr/>
          <p:nvPr/>
        </p:nvSpPr>
        <p:spPr>
          <a:xfrm>
            <a:off x="731520" y="36118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 de clientes, produtos e pedidos em Python + SQLite, do cadastro à emissão de relatórios.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731520" y="434340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4343400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020824" y="4343400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020824" y="4343400"/>
            <a:ext cx="923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108960" y="4343400"/>
            <a:ext cx="621792" cy="384048"/>
          </a:xfrm>
          <a:prstGeom prst="roundRect">
            <a:avLst>
              <a:gd name="adj" fmla="val 50000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08960" y="4343400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895344" y="434340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895344" y="4343400"/>
            <a:ext cx="1527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" y="5532120"/>
            <a:ext cx="4114800" cy="0"/>
          </a:xfrm>
          <a:prstGeom prst="line">
            <a:avLst/>
          </a:prstGeom>
          <a:noFill/>
          <a:ln w="12700">
            <a:solidFill>
              <a:srgbClr val="242C4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4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31520" y="59893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Martins de Carvalho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RU: XXXXXXX   ·   ADS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Eugênio Souza da Silveira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RU: XXXXXXX   ·   Engenharia de Software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Felipe Coêlho Reis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RU: XXXXXXX   ·   Engenharia de Software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PEDIDOS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6492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linha de comando para gerenciar o ciclo completo de um pedido: cadastro de clientes e produtos, criação de pedidos com múltiplos itens, controle de status e relatórios gerenciais — com persistência em banco de dados relacional.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6492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de trabalho
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 — descreva aqui como cada integrante contribuiu. Ex.: Rafael → clientes e produtos · Alexandre → pedidos e itens · André → relatórios e testes]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06640" y="169164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0" y="2020824"/>
            <a:ext cx="566928" cy="566928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11" name="Image 1" descr="assets/icon-databas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991" y="2088855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0" y="180136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8412480" y="24048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relacionadas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310896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80960" y="3438144"/>
            <a:ext cx="566928" cy="566928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16" name="Image 2" descr="assets/icon-terminal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991" y="3506175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2186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8412480" y="38221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Opções no menu principal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406640" y="452628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0" y="4855464"/>
            <a:ext cx="566928" cy="566928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21" name="Image 3" descr="assets/icon-users-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991" y="4923495"/>
            <a:ext cx="430865" cy="4308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0" y="463600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8412480" y="52395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na equipe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PEDIDOS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011680"/>
            <a:ext cx="658368" cy="658368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9" name="Image 1" descr="assets/icon-python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84" y="2090684"/>
            <a:ext cx="500360" cy="500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19842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68680" y="274320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principal, com estrutura modular por responsabilidade (clientes, produtos, pedidos, relatórios).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169164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92240" y="2011680"/>
            <a:ext cx="658368" cy="658368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14" name="Image 2" descr="assets/icon-databas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244" y="2090684"/>
            <a:ext cx="500360" cy="500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19842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492240" y="274320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relacional embutido, acessado via módulo nativo sqlite3, com chaves estrangeiras habilitadas.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397764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68680" y="4297680"/>
            <a:ext cx="658368" cy="658368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19" name="Image 3" descr="assets/icon-terminal-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684" y="4376684"/>
            <a:ext cx="500360" cy="5003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37360" y="42702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CLI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68680" y="502920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numerado no terminal, com validação de entradas e funções auxiliares de leitura de dados.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172200" y="397764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92240" y="4297680"/>
            <a:ext cx="658368" cy="658368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24" name="Image 4" descr="assets/icon-github-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244" y="4376684"/>
            <a:ext cx="500360" cy="5003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60920" y="42702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6492240" y="502920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versão colaborativo, repositório público com commits de todos os integrantes da equipe.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PEDIDOS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99616" y="2121408"/>
            <a:ext cx="640080" cy="640080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9" name="Image 1" descr="assets/icon-users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426" y="2198218"/>
            <a:ext cx="486461" cy="4864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29260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31520" y="342900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nome · email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 · data_cadastro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090672" y="3200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346704" y="182880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97680" y="2121408"/>
            <a:ext cx="640080" cy="640080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15" name="Image 2" descr="assets/icon-box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490" y="2198218"/>
            <a:ext cx="486461" cy="4864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46704" y="29260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3529584" y="342900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nome · descricao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 · estoque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888736" y="3200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144768" y="182880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1B2338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95744" y="2121408"/>
            <a:ext cx="640080" cy="640080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21" name="Image 3" descr="assets/icon-cart-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554" y="2198218"/>
            <a:ext cx="486461" cy="4864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44768" y="29260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327648" y="342900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cliente_id (FK)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· valor_total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686800" y="3200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8942832" y="182880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893808" y="2121408"/>
            <a:ext cx="640080" cy="640080"/>
          </a:xfrm>
          <a:prstGeom prst="ellipse">
            <a:avLst/>
          </a:prstGeom>
          <a:solidFill>
            <a:srgbClr val="151B2E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27" name="Image 4" descr="assets/icon-layer-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0618" y="2198218"/>
            <a:ext cx="486461" cy="48646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42832" y="29260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itens_pedido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9125712" y="342900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pedido_id (FK)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produto_id (FK) · subtotal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Relacionamento: pedidos.cliente_id → clientes.id  |  itens_pedido.pedido_id → pedidos.id  |  itens_pedido.produto_id → produtos.id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FAZ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PEDIDOS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9" name="Image 1" descr="assets/icon-users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7" y="20317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2296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listagem de clientes.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1965960"/>
            <a:ext cx="548640" cy="54864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14" name="Image 2" descr="assets/icon-box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277" y="2031797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66344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preço e estoque.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503920" y="1965960"/>
            <a:ext cx="548640" cy="54864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19" name="Image 3" descr="assets/icon-cart-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757" y="2031797"/>
            <a:ext cx="416966" cy="41696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03920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50392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itens, cálculo automático.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24" name="Image 4" descr="assets/icon-sync-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7" y="4272077"/>
            <a:ext cx="416966" cy="41696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2960" y="4892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22960" y="5212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→ Preparação → Enviado.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89120" y="393192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206240"/>
            <a:ext cx="548640" cy="54864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29" name="Image 5" descr="assets/icon-chart-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277" y="4272077"/>
            <a:ext cx="416966" cy="41696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663440" y="4892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4663440" y="5212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período ou cliente.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229600" y="393192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503920" y="4206240"/>
            <a:ext cx="548640" cy="54864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34" name="Image 6" descr="assets/icon-database-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757" y="4272077"/>
            <a:ext cx="416966" cy="41696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503920" y="4892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8503920" y="5212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dados em SQLite.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 Execução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PEDIDOS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280160" y="1737360"/>
            <a:ext cx="9601200" cy="3931920"/>
          </a:xfrm>
          <a:prstGeom prst="roundRect">
            <a:avLst>
              <a:gd name="adj" fmla="val 2326"/>
            </a:avLst>
          </a:prstGeom>
          <a:solidFill>
            <a:srgbClr val="05070D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80160" y="1737360"/>
            <a:ext cx="9601200" cy="365760"/>
          </a:xfrm>
          <a:prstGeom prst="roundRect">
            <a:avLst>
              <a:gd name="adj" fmla="val 25000"/>
            </a:avLst>
          </a:prstGeom>
          <a:solidFill>
            <a:srgbClr val="1B2338"/>
          </a:solidFill>
          <a:ln/>
        </p:spPr>
      </p:sp>
      <p:sp>
        <p:nvSpPr>
          <p:cNvPr id="9" name="Shape 6"/>
          <p:cNvSpPr/>
          <p:nvPr/>
        </p:nvSpPr>
        <p:spPr>
          <a:xfrm>
            <a:off x="1481328" y="1856232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" name="Shape 7"/>
          <p:cNvSpPr/>
          <p:nvPr/>
        </p:nvSpPr>
        <p:spPr>
          <a:xfrm>
            <a:off x="1737360" y="1856232"/>
            <a:ext cx="128016" cy="12801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1" name="Shape 8"/>
          <p:cNvSpPr/>
          <p:nvPr/>
        </p:nvSpPr>
        <p:spPr>
          <a:xfrm>
            <a:off x="1993392" y="1856232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main.py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645920" y="2331720"/>
            <a:ext cx="8869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
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SISTEMA DE CONTROLE DE PEDIDOS
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
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Cadastrar cliente
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Listar clientes
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5. Registrar novo pedido
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9. Relatório por período
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 Sair
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Escolha uma opção: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5_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280160" y="58064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 — substituir esta simulação por um print real do sistema rodando]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&amp; Soluções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PEDIDOS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20824"/>
            <a:ext cx="566928" cy="566928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9" name="Image 1" descr="assets/icon-bug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91" y="2088855"/>
            <a:ext cx="430865" cy="4308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194767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 — desafio 1: descreva o problema real. Solução: como a equipe resolveu.]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22960" y="3300984"/>
            <a:ext cx="566928" cy="566928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13" name="Image 2" descr="assets/icon-bug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91" y="3369015"/>
            <a:ext cx="430865" cy="4308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22783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 — desafio 2: descreva o problema real. Solução: como a equipe resolveu.]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3434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4581144"/>
            <a:ext cx="566928" cy="566928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17" name="Image 3" descr="assets/icon-bug-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91" y="4649175"/>
            <a:ext cx="430865" cy="4308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50799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 — desafio 3: descreva o problema real. Solução: como a equipe resolveu.]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pense em validação de entradas, relacionamento entre tabelas, divisão de tarefas ou uso do Git.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assets/icon-github-indigo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8778240" y="4206240"/>
            <a:ext cx="2926080" cy="2926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 &amp; DOCUMENTAÇÃO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9144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no GitHub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48640" y="1874520"/>
            <a:ext cx="7589520" cy="960120"/>
          </a:xfrm>
          <a:prstGeom prst="roundRect">
            <a:avLst>
              <a:gd name="adj" fmla="val 11429"/>
            </a:avLst>
          </a:prstGeom>
          <a:solidFill>
            <a:srgbClr val="151B2E"/>
          </a:solidFill>
          <a:ln w="12700">
            <a:solidFill>
              <a:srgbClr val="24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822960" y="2075688"/>
            <a:ext cx="548640" cy="548640"/>
          </a:xfrm>
          <a:prstGeom prst="ellipse">
            <a:avLst/>
          </a:prstGeom>
          <a:solidFill>
            <a:srgbClr val="1B2338"/>
          </a:solidFill>
          <a:ln w="15875">
            <a:solidFill>
              <a:srgbClr val="6366F1"/>
            </a:solidFill>
            <a:prstDash val="solid"/>
          </a:ln>
        </p:spPr>
      </p:sp>
      <p:pic>
        <p:nvPicPr>
          <p:cNvPr id="8" name="Image 2" descr="assets/icon-link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7" y="2141525"/>
            <a:ext cx="416966" cy="4169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00200" y="187452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[PLACEHOLDER — cole aqui o link do repositório]</a:t>
            </a:r>
            <a:endParaRPr lang="en-US" sz="1400" dirty="0"/>
          </a:p>
        </p:txBody>
      </p:sp>
      <p:pic>
        <p:nvPicPr>
          <p:cNvPr id="10" name="Image 3" descr="assets/icon-check-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0040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14553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público</a:t>
            </a:r>
            <a:endParaRPr lang="en-US" sz="1350" dirty="0"/>
          </a:p>
        </p:txBody>
      </p:sp>
      <p:pic>
        <p:nvPicPr>
          <p:cNvPr id="12" name="Image 4" descr="assets/icon-check-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5760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360273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com descrição completa do projeto</a:t>
            </a:r>
            <a:endParaRPr lang="en-US" sz="1350" dirty="0"/>
          </a:p>
        </p:txBody>
      </p:sp>
      <p:pic>
        <p:nvPicPr>
          <p:cNvPr id="14" name="Image 5" descr="assets/icon-check-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11480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05840" y="405993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 (main.py) documentado</a:t>
            </a:r>
            <a:endParaRPr lang="en-US" sz="1350" dirty="0"/>
          </a:p>
        </p:txBody>
      </p:sp>
      <p:pic>
        <p:nvPicPr>
          <p:cNvPr id="16" name="Image 6" descr="assets/icon-check-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572000"/>
            <a:ext cx="274320" cy="27432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05840" y="451713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(.pptx) incluída no repositório</a:t>
            </a:r>
            <a:endParaRPr lang="en-US" sz="1350" dirty="0"/>
          </a:p>
        </p:txBody>
      </p:sp>
      <p:pic>
        <p:nvPicPr>
          <p:cNvPr id="18" name="Image 7" descr="assets/icon-check-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5029200"/>
            <a:ext cx="274320" cy="27432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005840" y="497433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de todos os integrantes da equipe</a:t>
            </a:r>
            <a:endParaRPr lang="en-US" sz="1350" dirty="0"/>
          </a:p>
        </p:txBody>
      </p:sp>
      <p:sp>
        <p:nvSpPr>
          <p:cNvPr id="20" name="Shape 10"/>
          <p:cNvSpPr/>
          <p:nvPr/>
        </p:nvSpPr>
        <p:spPr>
          <a:xfrm>
            <a:off x="548640" y="5806440"/>
            <a:ext cx="7589520" cy="0"/>
          </a:xfrm>
          <a:prstGeom prst="line">
            <a:avLst/>
          </a:prstGeom>
          <a:noFill/>
          <a:ln w="12700">
            <a:solidFill>
              <a:srgbClr val="242C42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4  ·  Rafael Martins de Carvalho  ·  Alexandre Eugênio Souza da Silveira  ·  André Felipe Coêlho Reis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2026-07-23T02:14:31Z</dcterms:created>
  <dcterms:modified xsi:type="dcterms:W3CDTF">2026-07-23T02:14:31Z</dcterms:modified>
</cp:coreProperties>
</file>